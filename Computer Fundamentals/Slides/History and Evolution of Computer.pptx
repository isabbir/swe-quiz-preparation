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3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B4A6"/>
    <a:srgbClr val="734F29"/>
    <a:srgbClr val="D24726"/>
    <a:srgbClr val="DD462F"/>
    <a:srgbClr val="AEB785"/>
    <a:srgbClr val="EFD5A2"/>
    <a:srgbClr val="3B3026"/>
    <a:srgbClr val="ECE1CA"/>
    <a:srgbClr val="795531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280" autoAdjust="0"/>
  </p:normalViewPr>
  <p:slideViewPr>
    <p:cSldViewPr snapToGrid="0">
      <p:cViewPr varScale="1">
        <p:scale>
          <a:sx n="89" d="100"/>
          <a:sy n="89" d="100"/>
        </p:scale>
        <p:origin x="466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12-Feb-24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2061006"/>
            <a:ext cx="10515600" cy="2387600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6705599" cy="113779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600"/>
              </a:spcBef>
              <a:buNone/>
              <a:defRPr sz="2800">
                <a:solidFill>
                  <a:srgbClr val="D24726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12-Feb-24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434" y="0"/>
            <a:ext cx="10749367" cy="1208868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4167753" cy="435133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Aft>
                <a:spcPts val="1200"/>
              </a:spcAft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  <a:lvl2pPr>
              <a:lnSpc>
                <a:spcPct val="150000"/>
              </a:lnSpc>
              <a:spcAft>
                <a:spcPts val="1200"/>
              </a:spcAft>
              <a:defRPr sz="1400">
                <a:solidFill>
                  <a:schemeClr val="bg1">
                    <a:lumMod val="50000"/>
                  </a:schemeClr>
                </a:solidFill>
              </a:defRPr>
            </a:lvl2pPr>
            <a:lvl3pPr>
              <a:lnSpc>
                <a:spcPct val="150000"/>
              </a:lnSpc>
              <a:spcAft>
                <a:spcPts val="1200"/>
              </a:spcAft>
              <a:defRPr sz="1200">
                <a:solidFill>
                  <a:schemeClr val="bg1">
                    <a:lumMod val="50000"/>
                  </a:schemeClr>
                </a:solidFill>
              </a:defRPr>
            </a:lvl3pPr>
            <a:lvl4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4pPr>
            <a:lvl5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12-Feb-24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2402238"/>
            <a:ext cx="4508715" cy="2187227"/>
          </a:xfrm>
        </p:spPr>
        <p:txBody>
          <a:bodyPr anchor="ctr">
            <a:noAutofit/>
          </a:bodyPr>
          <a:lstStyle>
            <a:lvl1pPr algn="l">
              <a:defRPr sz="4800">
                <a:solidFill>
                  <a:srgbClr val="D247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3308" y="2402237"/>
            <a:ext cx="5269424" cy="2187226"/>
          </a:xfrm>
        </p:spPr>
        <p:txBody>
          <a:bodyPr anchor="ctr">
            <a:normAutofit/>
          </a:bodyPr>
          <a:lstStyle>
            <a:lvl1pPr marL="0" indent="0">
              <a:lnSpc>
                <a:spcPct val="150000"/>
              </a:lnSpc>
              <a:buNone/>
              <a:defRPr sz="2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12-Feb-24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12-Feb-24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32822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737851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489075"/>
            <a:ext cx="5156200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1851" y="2193927"/>
            <a:ext cx="5156200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664" y="1489075"/>
            <a:ext cx="5157787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664" y="2193927"/>
            <a:ext cx="5157787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12-Feb-24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606029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12-Feb-24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0081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12-Feb-24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432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12-Feb-24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193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12-Feb-24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095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12-Feb-24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596921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15419" y="365125"/>
            <a:ext cx="1819564" cy="5811838"/>
          </a:xfrm>
        </p:spPr>
        <p:txBody>
          <a:bodyPr vert="eaVert"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12-Feb-24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02266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t>12-Feb-24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History </a:t>
            </a:r>
            <a:r>
              <a:rPr lang="en-US" dirty="0" smtClean="0"/>
              <a:t>and Evolution </a:t>
            </a:r>
            <a:r>
              <a:rPr lang="en-US" dirty="0"/>
              <a:t>of </a:t>
            </a:r>
            <a:r>
              <a:rPr lang="en-US" dirty="0" smtClean="0"/>
              <a:t>Computer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Lecture 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Evolution of Computers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0563" y="1523700"/>
            <a:ext cx="10807459" cy="1314391"/>
          </a:xfrm>
        </p:spPr>
        <p:txBody>
          <a:bodyPr/>
          <a:lstStyle/>
          <a:p>
            <a:pPr fontAlgn="base"/>
            <a:r>
              <a:rPr lang="en-US" dirty="0">
                <a:solidFill>
                  <a:schemeClr val="tx1"/>
                </a:solidFill>
              </a:rPr>
              <a:t>The abacus is a manually operated digital computer used in ancient civilizations </a:t>
            </a:r>
          </a:p>
          <a:p>
            <a:pPr fontAlgn="base"/>
            <a:r>
              <a:rPr lang="en-US" dirty="0">
                <a:solidFill>
                  <a:schemeClr val="tx1"/>
                </a:solidFill>
              </a:rPr>
              <a:t>The use of the word abacus dates before 1387 AD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026" name="Picture 2" descr="https://lh7-us.googleusercontent.com/cNn-omakLbmVhCDJcgrbXzNDXdKpSK9cqPtmNXNe4BK4FlWcosAALG7d6e5r2d2PQsR0AtWBU6uxdnx5zWKuS4mVRAhtd4vcJxkZCeEgOXuvhDDSSw88muV1ch9-FDkR5MATPL_d0Hllur7dxLJbLg=s204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8390" y="3152923"/>
            <a:ext cx="6849074" cy="2925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59842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Computer Generations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4434" y="1523701"/>
            <a:ext cx="11178395" cy="4351338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“Generation” in computer talk is a step in technology. It provides a framework for the growth of computer industry</a:t>
            </a:r>
          </a:p>
          <a:p>
            <a:r>
              <a:rPr lang="en-US" dirty="0">
                <a:solidFill>
                  <a:schemeClr val="tx1"/>
                </a:solidFill>
              </a:rPr>
              <a:t>Originally it was used to distinguish between various hardware technologies, but now it has been extended to include both hardware and software</a:t>
            </a:r>
          </a:p>
          <a:p>
            <a:r>
              <a:rPr lang="en-US" dirty="0">
                <a:solidFill>
                  <a:schemeClr val="tx1"/>
                </a:solidFill>
              </a:rPr>
              <a:t>Till today, there are five computer generations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9300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1st Generation Computer </a:t>
            </a:r>
          </a:p>
        </p:txBody>
      </p:sp>
      <p:pic>
        <p:nvPicPr>
          <p:cNvPr id="2054" name="Picture 6" descr="https://lh7-us.googleusercontent.com/gNbG6Wvl11B9X7he_EAvRM5QeEB9bfw-watuliwI21h6t1D20CRwjOw3u8EBWaYfifOwXJ9rHwVXTrnmh-FR9BUi_HPxe0o6o05P9uU9-HsyvY4rCYVjd3cAwfpwBa7MWR3io5fklZaoWzSDMNqQ4Q=s204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8420" y="1967658"/>
            <a:ext cx="2714625" cy="3619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https://lh7-us.googleusercontent.com/Zf4RucdL7H7CxDFfICf-jAYyAJiP9a5JFZZOU429nRIvJYNAKymAJXAb0BRk55rAGwUk3r1gZSYm6l_4er0zSCJXV9PEgHF2uQI1s-tfCo9Ub84WAnqGrs7kkxmmSrbLxWSbA5Gp0PpBo1S4oxC-nQ=s2048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637"/>
          <a:stretch/>
        </p:blipFill>
        <p:spPr bwMode="auto">
          <a:xfrm>
            <a:off x="544049" y="2949723"/>
            <a:ext cx="8086725" cy="2234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18678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2nd Generation Computer </a:t>
            </a:r>
          </a:p>
        </p:txBody>
      </p:sp>
      <p:pic>
        <p:nvPicPr>
          <p:cNvPr id="3075" name="Picture 3" descr="https://lh7-us.googleusercontent.com/dQkTUkv_EtazJ-OGbjzwnR83twMmj2tCLZTjcn8x7TBJgIyrnt4zk8Ab7LTum0jxa5OQxVMPplwq-NDRIRayuFqHQcVa_W1xpeInwd-gvYOAEq8HiZ8ifexixKqJ4PY7qSmxxgbPLTz9hXQihsgHSw=s2048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129"/>
          <a:stretch/>
        </p:blipFill>
        <p:spPr bwMode="auto">
          <a:xfrm>
            <a:off x="604434" y="3234905"/>
            <a:ext cx="8086725" cy="1641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7" name="Picture 5" descr="https://lh7-us.googleusercontent.com/dQkTUkv_EtazJ-OGbjzwnR83twMmj2tCLZTjcn8x7TBJgIyrnt4zk8Ab7LTum0jxa5OQxVMPplwq-NDRIRayuFqHQcVa_W1xpeInwd-gvYOAEq8HiZ8ifexixKqJ4PY7qSmxxgbPLTz9hXQihsgHSw=s2048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9179"/>
          <a:stretch/>
        </p:blipFill>
        <p:spPr bwMode="auto">
          <a:xfrm>
            <a:off x="604434" y="2437649"/>
            <a:ext cx="8086725" cy="797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https://lh7-us.googleusercontent.com/Y9mp-x8-TxNOnOEePXUv215UtXwHX8Cn0uXcZcypJjYy5bGnAe367Z5bW5rkTWTtp9oefw2I_ax_oVRTlQag3obE3_IEGsrHmx487lHGWNnXIn-FN67g2oqM3RWAL3CGf8S9QCE-4UTTMWp8xCFMAg=s2048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6362" y="2437649"/>
            <a:ext cx="3029475" cy="2197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9445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3rd Generation Computer </a:t>
            </a:r>
          </a:p>
        </p:txBody>
      </p:sp>
      <p:pic>
        <p:nvPicPr>
          <p:cNvPr id="4098" name="Picture 2" descr="https://lh7-us.googleusercontent.com/XNazPPQy8IERwpJNS8q170QEXKXkVhSPgUTErHaL3lG2q5TEcLeC4o2mmz9rF7xuT2g2Ft51EWUuhTk0UDqRs5F00HyVykhBoxLDYFW8wA9HNfZNG3UzPE9RWW0PlcRPW3CpBKYyUi2CyUffbPvGhA=s204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620" y="2267369"/>
            <a:ext cx="8029575" cy="3314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https://lh7-us.googleusercontent.com/a01_PPkCpXzo5-ZNRb0rS0HEO3ZDdJXiJIY2Muo1dEa-_3qa1b-HlDKOlusE5qwefg6yrYgofTBBoh3rHo_YVlHDuXvP_aYDkIKZeYSpoZlV5wSG0SWmLd-eI22E4Z8DEBIoeNiz_g0UCfPW5CotPw=s2048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3230" y="2889685"/>
            <a:ext cx="2549046" cy="2070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94023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4th Generation </a:t>
            </a:r>
            <a:r>
              <a:rPr lang="en-US" dirty="0" smtClean="0"/>
              <a:t>Computer</a:t>
            </a:r>
            <a:endParaRPr lang="en-US" dirty="0"/>
          </a:p>
        </p:txBody>
      </p:sp>
      <p:pic>
        <p:nvPicPr>
          <p:cNvPr id="5122" name="Picture 2" descr="https://lh7-us.googleusercontent.com/16iE36c8-ZsBIqA5uu4nr39TSJbAMLQGHeAnupqa66Bwo3Fm8W87mga6UAfx-mgOGzhnr5unBGDLngk9yhdGzb-NYSlSnVzy2Fk_KG0gFKb01A1SdfsBVX0Xa6rvKPMZ3HO_tX7gzSAdEgUlcSmh9w=s204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434" y="1943160"/>
            <a:ext cx="8124825" cy="4181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https://lh7-us.googleusercontent.com/Xmy5JkCflV7zvr0ijlW7K8RKO-U_3_D21vXBCzlrOR8cK6562G0AS0lmbJIsuxUOqRHGKm-R3UWp7Tl8iKQG3Vkjd2CtYqN17C02evt8Xoru0wyrfBtMPGOIpTBsZq0HpvZ-qPjQaKjKPK-y4JZeqQ=s204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3749" y="3089004"/>
            <a:ext cx="2867025" cy="2533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02935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434" y="-16083"/>
            <a:ext cx="10749367" cy="1208868"/>
          </a:xfrm>
        </p:spPr>
        <p:txBody>
          <a:bodyPr/>
          <a:lstStyle/>
          <a:p>
            <a:r>
              <a:rPr lang="en-US" dirty="0"/>
              <a:t>5th Generation </a:t>
            </a:r>
            <a:r>
              <a:rPr lang="en-US" dirty="0" smtClean="0"/>
              <a:t>Computer</a:t>
            </a:r>
            <a:endParaRPr lang="en-US" dirty="0"/>
          </a:p>
        </p:txBody>
      </p:sp>
      <p:pic>
        <p:nvPicPr>
          <p:cNvPr id="6146" name="Picture 2" descr="https://lh7-us.googleusercontent.com/5J9BQikGHrW9DIGo3gZGDpTOkOQSle9xP-r2Z9EVE19XkuQgxpFJe5TOdbQmthslws8ybWYfq-yfXKnb1xhertZDCpycQTCt4NgA4wRspR1fJwXkcsQ9D2b6KlH-WQw-borZd9zFy5uL9Hd-jYq2NQ=s204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4529" y="2608972"/>
            <a:ext cx="2857681" cy="2750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https://lh7-us.googleusercontent.com/RbtuQJWoY9Jv6EpgCFNIFUkkfq1EAHjC0m9EH6g0CjTXOenClpnj4iqseYXmfuRUNfX7iMvsmLn6VJ5XUx7ZPRenRt48j0J1L5usC0nldFXoSx9K1NSZHBOAsEdAyrWCLpe6-0P4fWBCSQMiMDOAeQ=s204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434" y="1864727"/>
            <a:ext cx="8096250" cy="4238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6979989"/>
      </p:ext>
    </p:extLst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elcome to PowerPoint.potx" id="{43699C43-EC89-4A55-9A99-3FD944590577}" vid="{3C36ED3A-1C33-4ECB-8650-37D568EF454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irectSourceMarket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ThumbnailAssetId xmlns="4873beb7-5857-4685-be1f-d57550cc96cc" xsi:nil="true"/>
    <PrimaryImageGen xmlns="4873beb7-5857-4685-be1f-d57550cc96cc">true</PrimaryImageGen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1584528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 xsi:nil="true"/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2012-06-20T23:39:00+00:00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ShowIn xmlns="4873beb7-5857-4685-be1f-d57550cc96cc">Show everywhere</ShowIn>
    <UANotes xmlns="4873beb7-5857-4685-be1f-d57550cc96cc" xsi:nil="true"/>
    <TemplateStatus xmlns="4873beb7-5857-4685-be1f-d57550cc96cc">Complete</TemplateStatus>
    <InternalTagsTaxHTField0 xmlns="4873beb7-5857-4685-be1f-d57550cc96cc">
      <Terms xmlns="http://schemas.microsoft.com/office/infopath/2007/PartnerControls"/>
    </InternalTagsTaxHTField0>
    <CSXHash xmlns="4873beb7-5857-4685-be1f-d57550cc96cc" xsi:nil="true"/>
    <Downloads xmlns="4873beb7-5857-4685-be1f-d57550cc96cc">0</Downloads>
    <VoteCount xmlns="4873beb7-5857-4685-be1f-d57550cc96cc" xsi:nil="true"/>
    <OOCacheId xmlns="4873beb7-5857-4685-be1f-d57550cc96cc" xsi:nil="true"/>
    <IsDeleted xmlns="4873beb7-5857-4685-be1f-d57550cc96cc">false</IsDeleted>
    <AssetExpire xmlns="4873beb7-5857-4685-be1f-d57550cc96cc">2029-01-01T08:00:00+00:00</AssetExpire>
    <DSATActionTaken xmlns="4873beb7-5857-4685-be1f-d57550cc96cc" xsi:nil="true"/>
    <CSXSubmissionMarket xmlns="4873beb7-5857-4685-be1f-d57550cc96cc" xsi:nil="true"/>
    <TPExecutable xmlns="4873beb7-5857-4685-be1f-d57550cc96cc" xsi:nil="true"/>
    <SubmitterId xmlns="4873beb7-5857-4685-be1f-d57550cc96cc" xsi:nil="true"/>
    <EditorialTags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TP102923943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843282</LocLastLocAttemptVersionLookup>
    <IsSearchable xmlns="4873beb7-5857-4685-be1f-d57550cc96cc">true</IsSearchable>
    <TemplateTemplateType xmlns="4873beb7-5857-4685-be1f-d57550cc96cc">PowerPoint Template - Slideshow Launch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>false</IntlLangReview>
    <OutputCachingOn xmlns="4873beb7-5857-4685-be1f-d57550cc96cc">false</OutputCachingOn>
    <AverageRating xmlns="4873beb7-5857-4685-be1f-d57550cc96cc" xsi:nil="true"/>
    <LocMarketGroupTiers2 xmlns="4873beb7-5857-4685-be1f-d57550cc96cc" xsi:nil="true"/>
    <APAuthor xmlns="4873beb7-5857-4685-be1f-d57550cc96cc">
      <UserInfo>
        <DisplayName>REDMOND\v-sa</DisplayName>
        <AccountId>2467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OriginalRelease xmlns="4873beb7-5857-4685-be1f-d57550cc96cc">15</OriginalRelease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</documentManagement>
</p:properties>
</file>

<file path=customXml/item2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970C04F-E7AC-41AB-9C6D-1B1BB88BFF7F}">
  <ds:schemaRefs>
    <ds:schemaRef ds:uri="http://purl.org/dc/terms/"/>
    <ds:schemaRef ds:uri="4873beb7-5857-4685-be1f-d57550cc96cc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C3DEC53A-9DF1-4780-BE92-17E971B7A9E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3EE7759-C66F-4EA4-9863-7EBA32518D3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Welcome to PowerPoint 2013</Template>
  <TotalTime>51</TotalTime>
  <Words>93</Words>
  <Application>Microsoft Office PowerPoint</Application>
  <PresentationFormat>Widescreen</PresentationFormat>
  <Paragraphs>15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Segoe UI</vt:lpstr>
      <vt:lpstr>Segoe UI Light</vt:lpstr>
      <vt:lpstr>WelcomeDoc</vt:lpstr>
      <vt:lpstr>History and Evolution of Computer</vt:lpstr>
      <vt:lpstr>Evolution of Computers </vt:lpstr>
      <vt:lpstr>Computer Generations </vt:lpstr>
      <vt:lpstr>1st Generation Computer </vt:lpstr>
      <vt:lpstr>2nd Generation Computer </vt:lpstr>
      <vt:lpstr>3rd Generation Computer </vt:lpstr>
      <vt:lpstr>4th Generation Computer</vt:lpstr>
      <vt:lpstr>5th Generation Computer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History and Evolution of Computer &amp; Introduction to Computer Software, Operating Systems</dc:title>
  <dc:creator>RootCode</dc:creator>
  <cp:keywords/>
  <cp:lastModifiedBy>RootCode</cp:lastModifiedBy>
  <cp:revision>3</cp:revision>
  <dcterms:created xsi:type="dcterms:W3CDTF">2024-02-12T08:39:18Z</dcterms:created>
  <dcterms:modified xsi:type="dcterms:W3CDTF">2024-02-12T09:30:39Z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_TemplateID">
    <vt:lpwstr>TC029239449991</vt:lpwstr>
  </property>
  <property fmtid="{D5CDD505-2E9C-101B-9397-08002B2CF9AE}" pid="4" name="ContentTypeId">
    <vt:lpwstr>0x0101006EDDDB5EE6D98C44930B742096920B300400F5B6D36B3EF94B4E9A635CDF2A18F5B8</vt:lpwstr>
  </property>
  <property fmtid="{D5CDD505-2E9C-101B-9397-08002B2CF9AE}" pid="5" name="FeatureTags">
    <vt:lpwstr/>
  </property>
  <property fmtid="{D5CDD505-2E9C-101B-9397-08002B2CF9AE}" pid="6" name="LocalizationTags">
    <vt:lpwstr/>
  </property>
  <property fmtid="{D5CDD505-2E9C-101B-9397-08002B2CF9AE}" pid="7" name="ScenarioTags">
    <vt:lpwstr/>
  </property>
  <property fmtid="{D5CDD505-2E9C-101B-9397-08002B2CF9AE}" pid="8" name="CampaignTags">
    <vt:lpwstr/>
  </property>
</Properties>
</file>